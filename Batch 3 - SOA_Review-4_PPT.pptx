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2"/>
  </p:notesMasterIdLst>
  <p:sldIdLst>
    <p:sldId id="269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78" r:id="rId1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17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harmila Pathi" userId="22fa5d2fb3919319" providerId="LiveId" clId="{DEA589F7-6ED8-4D76-BE33-5B514CDF85C6}"/>
    <pc:docChg chg="custSel modSld">
      <pc:chgData name="Sharmila Pathi" userId="22fa5d2fb3919319" providerId="LiveId" clId="{DEA589F7-6ED8-4D76-BE33-5B514CDF85C6}" dt="2026-10-29T04:03:02.995" v="152" actId="1582"/>
      <pc:docMkLst>
        <pc:docMk/>
      </pc:docMkLst>
      <pc:sldChg chg="delSp modSp mod">
        <pc:chgData name="Sharmila Pathi" userId="22fa5d2fb3919319" providerId="LiveId" clId="{DEA589F7-6ED8-4D76-BE33-5B514CDF85C6}" dt="2026-10-26T06:04:03.556" v="38" actId="123"/>
        <pc:sldMkLst>
          <pc:docMk/>
          <pc:sldMk cId="0" sldId="259"/>
        </pc:sldMkLst>
        <pc:spChg chg="mod">
          <ac:chgData name="Sharmila Pathi" userId="22fa5d2fb3919319" providerId="LiveId" clId="{DEA589F7-6ED8-4D76-BE33-5B514CDF85C6}" dt="2026-10-26T04:14:55.837" v="0" actId="2711"/>
          <ac:spMkLst>
            <pc:docMk/>
            <pc:sldMk cId="0" sldId="259"/>
            <ac:spMk id="3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1:36.601" v="23" actId="207"/>
          <ac:spMkLst>
            <pc:docMk/>
            <pc:sldMk cId="0" sldId="259"/>
            <ac:spMk id="4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4:55.837" v="0" actId="2711"/>
          <ac:spMkLst>
            <pc:docMk/>
            <pc:sldMk cId="0" sldId="259"/>
            <ac:spMk id="5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1:55.552" v="25" actId="207"/>
          <ac:spMkLst>
            <pc:docMk/>
            <pc:sldMk cId="0" sldId="259"/>
            <ac:spMk id="8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3:46.221" v="36" actId="123"/>
          <ac:spMkLst>
            <pc:docMk/>
            <pc:sldMk cId="0" sldId="259"/>
            <ac:spMk id="9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4:55.837" v="0" actId="2711"/>
          <ac:spMkLst>
            <pc:docMk/>
            <pc:sldMk cId="0" sldId="259"/>
            <ac:spMk id="10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2:09.214" v="28" actId="403"/>
          <ac:spMkLst>
            <pc:docMk/>
            <pc:sldMk cId="0" sldId="259"/>
            <ac:spMk id="11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3:49.670" v="37" actId="123"/>
          <ac:spMkLst>
            <pc:docMk/>
            <pc:sldMk cId="0" sldId="259"/>
            <ac:spMk id="12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2:37.465" v="30" actId="403"/>
          <ac:spMkLst>
            <pc:docMk/>
            <pc:sldMk cId="0" sldId="259"/>
            <ac:spMk id="14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4:03.556" v="38" actId="123"/>
          <ac:spMkLst>
            <pc:docMk/>
            <pc:sldMk cId="0" sldId="259"/>
            <ac:spMk id="15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2:54.189" v="32" actId="403"/>
          <ac:spMkLst>
            <pc:docMk/>
            <pc:sldMk cId="0" sldId="259"/>
            <ac:spMk id="16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3:11.145" v="35" actId="207"/>
          <ac:spMkLst>
            <pc:docMk/>
            <pc:sldMk cId="0" sldId="259"/>
            <ac:spMk id="17" creationId="{00000000-0000-0000-0000-000000000000}"/>
          </ac:spMkLst>
        </pc:spChg>
      </pc:sldChg>
      <pc:sldChg chg="delSp modSp mod">
        <pc:chgData name="Sharmila Pathi" userId="22fa5d2fb3919319" providerId="LiveId" clId="{DEA589F7-6ED8-4D76-BE33-5B514CDF85C6}" dt="2026-10-26T06:06:10.894" v="56" actId="403"/>
        <pc:sldMkLst>
          <pc:docMk/>
          <pc:sldMk cId="0" sldId="260"/>
        </pc:sldMkLst>
        <pc:spChg chg="mod">
          <ac:chgData name="Sharmila Pathi" userId="22fa5d2fb3919319" providerId="LiveId" clId="{DEA589F7-6ED8-4D76-BE33-5B514CDF85C6}" dt="2026-10-26T06:06:10.894" v="56" actId="403"/>
          <ac:spMkLst>
            <pc:docMk/>
            <pc:sldMk cId="0" sldId="260"/>
            <ac:spMk id="4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03.922" v="1" actId="2711"/>
          <ac:spMkLst>
            <pc:docMk/>
            <pc:sldMk cId="0" sldId="260"/>
            <ac:spMk id="5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03.922" v="1" actId="2711"/>
          <ac:spMkLst>
            <pc:docMk/>
            <pc:sldMk cId="0" sldId="260"/>
            <ac:spMk id="7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03.922" v="1" actId="2711"/>
          <ac:spMkLst>
            <pc:docMk/>
            <pc:sldMk cId="0" sldId="260"/>
            <ac:spMk id="8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4:46.828" v="48" actId="403"/>
          <ac:spMkLst>
            <pc:docMk/>
            <pc:sldMk cId="0" sldId="260"/>
            <ac:spMk id="10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4:39.275" v="47" actId="123"/>
          <ac:spMkLst>
            <pc:docMk/>
            <pc:sldMk cId="0" sldId="260"/>
            <ac:spMk id="11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03.922" v="1" actId="2711"/>
          <ac:spMkLst>
            <pc:docMk/>
            <pc:sldMk cId="0" sldId="260"/>
            <ac:spMk id="12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03.922" v="1" actId="2711"/>
          <ac:spMkLst>
            <pc:docMk/>
            <pc:sldMk cId="0" sldId="260"/>
            <ac:spMk id="13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03.922" v="1" actId="2711"/>
          <ac:spMkLst>
            <pc:docMk/>
            <pc:sldMk cId="0" sldId="260"/>
            <ac:spMk id="14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4:46.828" v="48" actId="403"/>
          <ac:spMkLst>
            <pc:docMk/>
            <pc:sldMk cId="0" sldId="260"/>
            <ac:spMk id="15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4:39.275" v="47" actId="123"/>
          <ac:spMkLst>
            <pc:docMk/>
            <pc:sldMk cId="0" sldId="260"/>
            <ac:spMk id="16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03.922" v="1" actId="2711"/>
          <ac:spMkLst>
            <pc:docMk/>
            <pc:sldMk cId="0" sldId="260"/>
            <ac:spMk id="17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4:46.828" v="48" actId="403"/>
          <ac:spMkLst>
            <pc:docMk/>
            <pc:sldMk cId="0" sldId="260"/>
            <ac:spMk id="20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4:39.275" v="47" actId="123"/>
          <ac:spMkLst>
            <pc:docMk/>
            <pc:sldMk cId="0" sldId="260"/>
            <ac:spMk id="21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5:47.324" v="51" actId="403"/>
          <ac:spMkLst>
            <pc:docMk/>
            <pc:sldMk cId="0" sldId="260"/>
            <ac:spMk id="22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6:03.754" v="55" actId="207"/>
          <ac:spMkLst>
            <pc:docMk/>
            <pc:sldMk cId="0" sldId="260"/>
            <ac:spMk id="23" creationId="{00000000-0000-0000-0000-000000000000}"/>
          </ac:spMkLst>
        </pc:spChg>
      </pc:sldChg>
      <pc:sldChg chg="delSp modSp mod">
        <pc:chgData name="Sharmila Pathi" userId="22fa5d2fb3919319" providerId="LiveId" clId="{DEA589F7-6ED8-4D76-BE33-5B514CDF85C6}" dt="2026-10-26T06:08:12.011" v="81" actId="403"/>
        <pc:sldMkLst>
          <pc:docMk/>
          <pc:sldMk cId="0" sldId="261"/>
        </pc:sldMkLst>
        <pc:spChg chg="mod">
          <ac:chgData name="Sharmila Pathi" userId="22fa5d2fb3919319" providerId="LiveId" clId="{DEA589F7-6ED8-4D76-BE33-5B514CDF85C6}" dt="2026-10-26T06:06:22.447" v="59" actId="207"/>
          <ac:spMkLst>
            <pc:docMk/>
            <pc:sldMk cId="0" sldId="261"/>
            <ac:spMk id="4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08.708" v="2" actId="2711"/>
          <ac:spMkLst>
            <pc:docMk/>
            <pc:sldMk cId="0" sldId="261"/>
            <ac:spMk id="5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08.708" v="2" actId="2711"/>
          <ac:spMkLst>
            <pc:docMk/>
            <pc:sldMk cId="0" sldId="261"/>
            <ac:spMk id="8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7:07.582" v="71" actId="14100"/>
          <ac:spMkLst>
            <pc:docMk/>
            <pc:sldMk cId="0" sldId="261"/>
            <ac:spMk id="9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7:23.638" v="73" actId="403"/>
          <ac:spMkLst>
            <pc:docMk/>
            <pc:sldMk cId="0" sldId="261"/>
            <ac:spMk id="10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7:50.730" v="76" actId="207"/>
          <ac:spMkLst>
            <pc:docMk/>
            <pc:sldMk cId="0" sldId="261"/>
            <ac:spMk id="11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6:34.004" v="63" actId="1076"/>
          <ac:spMkLst>
            <pc:docMk/>
            <pc:sldMk cId="0" sldId="261"/>
            <ac:spMk id="12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08.708" v="2" actId="2711"/>
          <ac:spMkLst>
            <pc:docMk/>
            <pc:sldMk cId="0" sldId="261"/>
            <ac:spMk id="13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7:07.582" v="71" actId="14100"/>
          <ac:spMkLst>
            <pc:docMk/>
            <pc:sldMk cId="0" sldId="261"/>
            <ac:spMk id="14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7:23.638" v="73" actId="403"/>
          <ac:spMkLst>
            <pc:docMk/>
            <pc:sldMk cId="0" sldId="261"/>
            <ac:spMk id="15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7:55.702" v="77" actId="207"/>
          <ac:spMkLst>
            <pc:docMk/>
            <pc:sldMk cId="0" sldId="261"/>
            <ac:spMk id="16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08.708" v="2" actId="2711"/>
          <ac:spMkLst>
            <pc:docMk/>
            <pc:sldMk cId="0" sldId="261"/>
            <ac:spMk id="17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7:07.582" v="71" actId="14100"/>
          <ac:spMkLst>
            <pc:docMk/>
            <pc:sldMk cId="0" sldId="261"/>
            <ac:spMk id="19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7:23.638" v="73" actId="403"/>
          <ac:spMkLst>
            <pc:docMk/>
            <pc:sldMk cId="0" sldId="261"/>
            <ac:spMk id="20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8:02.832" v="78" actId="207"/>
          <ac:spMkLst>
            <pc:docMk/>
            <pc:sldMk cId="0" sldId="261"/>
            <ac:spMk id="21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6:08:12.011" v="81" actId="403"/>
          <ac:spMkLst>
            <pc:docMk/>
            <pc:sldMk cId="0" sldId="261"/>
            <ac:spMk id="22" creationId="{00000000-0000-0000-0000-000000000000}"/>
          </ac:spMkLst>
        </pc:spChg>
      </pc:sldChg>
      <pc:sldChg chg="delSp modSp mod">
        <pc:chgData name="Sharmila Pathi" userId="22fa5d2fb3919319" providerId="LiveId" clId="{DEA589F7-6ED8-4D76-BE33-5B514CDF85C6}" dt="2026-10-29T04:03:02.995" v="152" actId="1582"/>
        <pc:sldMkLst>
          <pc:docMk/>
          <pc:sldMk cId="0" sldId="262"/>
        </pc:sldMkLst>
        <pc:spChg chg="mod">
          <ac:chgData name="Sharmila Pathi" userId="22fa5d2fb3919319" providerId="LiveId" clId="{DEA589F7-6ED8-4D76-BE33-5B514CDF85C6}" dt="2026-10-29T03:57:05.694" v="88" actId="207"/>
          <ac:spMkLst>
            <pc:docMk/>
            <pc:sldMk cId="0" sldId="262"/>
            <ac:spMk id="4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7:21.480" v="89" actId="403"/>
          <ac:spMkLst>
            <pc:docMk/>
            <pc:sldMk cId="0" sldId="262"/>
            <ac:spMk id="7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2:39.859" v="148" actId="1582"/>
          <ac:spMkLst>
            <pc:docMk/>
            <pc:sldMk cId="0" sldId="262"/>
            <ac:spMk id="8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7:34.683" v="92" actId="255"/>
          <ac:spMkLst>
            <pc:docMk/>
            <pc:sldMk cId="0" sldId="262"/>
            <ac:spMk id="9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9:02.835" v="95" actId="403"/>
          <ac:spMkLst>
            <pc:docMk/>
            <pc:sldMk cId="0" sldId="262"/>
            <ac:spMk id="10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2:53.874" v="150" actId="208"/>
          <ac:spMkLst>
            <pc:docMk/>
            <pc:sldMk cId="0" sldId="262"/>
            <ac:spMk id="11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7:34.683" v="92" actId="255"/>
          <ac:spMkLst>
            <pc:docMk/>
            <pc:sldMk cId="0" sldId="262"/>
            <ac:spMk id="12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9:02.835" v="95" actId="403"/>
          <ac:spMkLst>
            <pc:docMk/>
            <pc:sldMk cId="0" sldId="262"/>
            <ac:spMk id="13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3:02.995" v="152" actId="1582"/>
          <ac:spMkLst>
            <pc:docMk/>
            <pc:sldMk cId="0" sldId="262"/>
            <ac:spMk id="14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7:34.683" v="92" actId="255"/>
          <ac:spMkLst>
            <pc:docMk/>
            <pc:sldMk cId="0" sldId="262"/>
            <ac:spMk id="15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9:02.835" v="95" actId="403"/>
          <ac:spMkLst>
            <pc:docMk/>
            <pc:sldMk cId="0" sldId="262"/>
            <ac:spMk id="16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9:34.563" v="106" actId="403"/>
          <ac:spMkLst>
            <pc:docMk/>
            <pc:sldMk cId="0" sldId="262"/>
            <ac:spMk id="17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9:30.289" v="105" actId="404"/>
          <ac:spMkLst>
            <pc:docMk/>
            <pc:sldMk cId="0" sldId="262"/>
            <ac:spMk id="18" creationId="{00000000-0000-0000-0000-000000000000}"/>
          </ac:spMkLst>
        </pc:spChg>
      </pc:sldChg>
      <pc:sldChg chg="delSp modSp mod">
        <pc:chgData name="Sharmila Pathi" userId="22fa5d2fb3919319" providerId="LiveId" clId="{DEA589F7-6ED8-4D76-BE33-5B514CDF85C6}" dt="2026-10-29T04:00:09.252" v="115" actId="478"/>
        <pc:sldMkLst>
          <pc:docMk/>
          <pc:sldMk cId="0" sldId="263"/>
        </pc:sldMkLst>
        <pc:spChg chg="mod">
          <ac:chgData name="Sharmila Pathi" userId="22fa5d2fb3919319" providerId="LiveId" clId="{DEA589F7-6ED8-4D76-BE33-5B514CDF85C6}" dt="2026-10-26T04:15:22.388" v="4" actId="2711"/>
          <ac:spMkLst>
            <pc:docMk/>
            <pc:sldMk cId="0" sldId="263"/>
            <ac:spMk id="3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9:45.823" v="109" actId="403"/>
          <ac:spMkLst>
            <pc:docMk/>
            <pc:sldMk cId="0" sldId="263"/>
            <ac:spMk id="4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22.388" v="4" actId="2711"/>
          <ac:spMkLst>
            <pc:docMk/>
            <pc:sldMk cId="0" sldId="263"/>
            <ac:spMk id="7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9:54.222" v="110" actId="403"/>
          <ac:spMkLst>
            <pc:docMk/>
            <pc:sldMk cId="0" sldId="263"/>
            <ac:spMk id="8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05.474" v="114" actId="403"/>
          <ac:spMkLst>
            <pc:docMk/>
            <pc:sldMk cId="0" sldId="263"/>
            <ac:spMk id="9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22.388" v="4" actId="2711"/>
          <ac:spMkLst>
            <pc:docMk/>
            <pc:sldMk cId="0" sldId="263"/>
            <ac:spMk id="10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9:54.222" v="110" actId="403"/>
          <ac:spMkLst>
            <pc:docMk/>
            <pc:sldMk cId="0" sldId="263"/>
            <ac:spMk id="11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05.474" v="114" actId="403"/>
          <ac:spMkLst>
            <pc:docMk/>
            <pc:sldMk cId="0" sldId="263"/>
            <ac:spMk id="12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9:54.222" v="110" actId="403"/>
          <ac:spMkLst>
            <pc:docMk/>
            <pc:sldMk cId="0" sldId="263"/>
            <ac:spMk id="14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05.474" v="114" actId="403"/>
          <ac:spMkLst>
            <pc:docMk/>
            <pc:sldMk cId="0" sldId="263"/>
            <ac:spMk id="15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3:59:54.222" v="110" actId="403"/>
          <ac:spMkLst>
            <pc:docMk/>
            <pc:sldMk cId="0" sldId="263"/>
            <ac:spMk id="17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05.474" v="114" actId="403"/>
          <ac:spMkLst>
            <pc:docMk/>
            <pc:sldMk cId="0" sldId="263"/>
            <ac:spMk id="18" creationId="{00000000-0000-0000-0000-000000000000}"/>
          </ac:spMkLst>
        </pc:spChg>
        <pc:spChg chg="del mod">
          <ac:chgData name="Sharmila Pathi" userId="22fa5d2fb3919319" providerId="LiveId" clId="{DEA589F7-6ED8-4D76-BE33-5B514CDF85C6}" dt="2026-10-29T04:00:09.252" v="115" actId="478"/>
          <ac:spMkLst>
            <pc:docMk/>
            <pc:sldMk cId="0" sldId="263"/>
            <ac:spMk id="19" creationId="{00000000-0000-0000-0000-000000000000}"/>
          </ac:spMkLst>
        </pc:spChg>
      </pc:sldChg>
      <pc:sldChg chg="delSp modSp mod">
        <pc:chgData name="Sharmila Pathi" userId="22fa5d2fb3919319" providerId="LiveId" clId="{DEA589F7-6ED8-4D76-BE33-5B514CDF85C6}" dt="2026-10-29T04:00:42.962" v="124" actId="478"/>
        <pc:sldMkLst>
          <pc:docMk/>
          <pc:sldMk cId="0" sldId="264"/>
        </pc:sldMkLst>
        <pc:spChg chg="mod">
          <ac:chgData name="Sharmila Pathi" userId="22fa5d2fb3919319" providerId="LiveId" clId="{DEA589F7-6ED8-4D76-BE33-5B514CDF85C6}" dt="2026-10-29T04:00:20.325" v="118" actId="403"/>
          <ac:spMkLst>
            <pc:docMk/>
            <pc:sldMk cId="0" sldId="264"/>
            <ac:spMk id="4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29.107" v="120" actId="403"/>
          <ac:spMkLst>
            <pc:docMk/>
            <pc:sldMk cId="0" sldId="264"/>
            <ac:spMk id="7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40.021" v="123" actId="403"/>
          <ac:spMkLst>
            <pc:docMk/>
            <pc:sldMk cId="0" sldId="264"/>
            <ac:spMk id="8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44.476" v="5" actId="2711"/>
          <ac:spMkLst>
            <pc:docMk/>
            <pc:sldMk cId="0" sldId="264"/>
            <ac:spMk id="9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29.107" v="120" actId="403"/>
          <ac:spMkLst>
            <pc:docMk/>
            <pc:sldMk cId="0" sldId="264"/>
            <ac:spMk id="10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40.021" v="123" actId="403"/>
          <ac:spMkLst>
            <pc:docMk/>
            <pc:sldMk cId="0" sldId="264"/>
            <ac:spMk id="11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44.476" v="5" actId="2711"/>
          <ac:spMkLst>
            <pc:docMk/>
            <pc:sldMk cId="0" sldId="264"/>
            <ac:spMk id="12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29.107" v="120" actId="403"/>
          <ac:spMkLst>
            <pc:docMk/>
            <pc:sldMk cId="0" sldId="264"/>
            <ac:spMk id="13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40.021" v="123" actId="403"/>
          <ac:spMkLst>
            <pc:docMk/>
            <pc:sldMk cId="0" sldId="264"/>
            <ac:spMk id="14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29.107" v="120" actId="403"/>
          <ac:spMkLst>
            <pc:docMk/>
            <pc:sldMk cId="0" sldId="264"/>
            <ac:spMk id="16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40.021" v="123" actId="403"/>
          <ac:spMkLst>
            <pc:docMk/>
            <pc:sldMk cId="0" sldId="264"/>
            <ac:spMk id="17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5:44.476" v="5" actId="2711"/>
          <ac:spMkLst>
            <pc:docMk/>
            <pc:sldMk cId="0" sldId="264"/>
            <ac:spMk id="18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29.107" v="120" actId="403"/>
          <ac:spMkLst>
            <pc:docMk/>
            <pc:sldMk cId="0" sldId="264"/>
            <ac:spMk id="19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0:40.021" v="123" actId="403"/>
          <ac:spMkLst>
            <pc:docMk/>
            <pc:sldMk cId="0" sldId="264"/>
            <ac:spMk id="20" creationId="{00000000-0000-0000-0000-000000000000}"/>
          </ac:spMkLst>
        </pc:spChg>
        <pc:spChg chg="del mod">
          <ac:chgData name="Sharmila Pathi" userId="22fa5d2fb3919319" providerId="LiveId" clId="{DEA589F7-6ED8-4D76-BE33-5B514CDF85C6}" dt="2026-10-29T04:00:42.962" v="124" actId="478"/>
          <ac:spMkLst>
            <pc:docMk/>
            <pc:sldMk cId="0" sldId="264"/>
            <ac:spMk id="21" creationId="{00000000-0000-0000-0000-000000000000}"/>
          </ac:spMkLst>
        </pc:spChg>
      </pc:sldChg>
      <pc:sldChg chg="delSp modSp mod">
        <pc:chgData name="Sharmila Pathi" userId="22fa5d2fb3919319" providerId="LiveId" clId="{DEA589F7-6ED8-4D76-BE33-5B514CDF85C6}" dt="2026-10-29T04:02:03.494" v="146" actId="403"/>
        <pc:sldMkLst>
          <pc:docMk/>
          <pc:sldMk cId="0" sldId="265"/>
        </pc:sldMkLst>
        <pc:spChg chg="mod">
          <ac:chgData name="Sharmila Pathi" userId="22fa5d2fb3919319" providerId="LiveId" clId="{DEA589F7-6ED8-4D76-BE33-5B514CDF85C6}" dt="2026-10-29T04:00:51.812" v="127" actId="403"/>
          <ac:spMkLst>
            <pc:docMk/>
            <pc:sldMk cId="0" sldId="265"/>
            <ac:spMk id="4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6:09.298" v="6" actId="2711"/>
          <ac:spMkLst>
            <pc:docMk/>
            <pc:sldMk cId="0" sldId="265"/>
            <ac:spMk id="8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6:09.298" v="6" actId="2711"/>
          <ac:spMkLst>
            <pc:docMk/>
            <pc:sldMk cId="0" sldId="265"/>
            <ac:spMk id="9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1:31.700" v="132" actId="207"/>
          <ac:spMkLst>
            <pc:docMk/>
            <pc:sldMk cId="0" sldId="265"/>
            <ac:spMk id="10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1:49.723" v="139" actId="403"/>
          <ac:spMkLst>
            <pc:docMk/>
            <pc:sldMk cId="0" sldId="265"/>
            <ac:spMk id="11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6:09.298" v="6" actId="2711"/>
          <ac:spMkLst>
            <pc:docMk/>
            <pc:sldMk cId="0" sldId="265"/>
            <ac:spMk id="13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1:18.009" v="130" actId="207"/>
          <ac:spMkLst>
            <pc:docMk/>
            <pc:sldMk cId="0" sldId="265"/>
            <ac:spMk id="15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1:49.723" v="139" actId="403"/>
          <ac:spMkLst>
            <pc:docMk/>
            <pc:sldMk cId="0" sldId="265"/>
            <ac:spMk id="16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6:09.298" v="6" actId="2711"/>
          <ac:spMkLst>
            <pc:docMk/>
            <pc:sldMk cId="0" sldId="265"/>
            <ac:spMk id="17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6:09.298" v="6" actId="2711"/>
          <ac:spMkLst>
            <pc:docMk/>
            <pc:sldMk cId="0" sldId="265"/>
            <ac:spMk id="18" creationId="{00000000-0000-0000-0000-000000000000}"/>
          </ac:spMkLst>
        </pc:spChg>
        <pc:spChg chg="mod">
          <ac:chgData name="Sharmila Pathi" userId="22fa5d2fb3919319" providerId="LiveId" clId="{DEA589F7-6ED8-4D76-BE33-5B514CDF85C6}" dt="2026-10-26T04:16:09.298" v="6" actId="2711"/>
          <ac:spMkLst>
            <pc:docMk/>
            <pc:sldMk cId="0" sldId="265"/>
            <ac:spMk id="19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1:24.403" v="131" actId="207"/>
          <ac:spMkLst>
            <pc:docMk/>
            <pc:sldMk cId="0" sldId="265"/>
            <ac:spMk id="20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1:49.723" v="139" actId="403"/>
          <ac:spMkLst>
            <pc:docMk/>
            <pc:sldMk cId="0" sldId="265"/>
            <ac:spMk id="21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1:55.740" v="142" actId="403"/>
          <ac:spMkLst>
            <pc:docMk/>
            <pc:sldMk cId="0" sldId="265"/>
            <ac:spMk id="22" creationId="{00000000-0000-0000-0000-000000000000}"/>
          </ac:spMkLst>
        </pc:spChg>
        <pc:spChg chg="mod">
          <ac:chgData name="Sharmila Pathi" userId="22fa5d2fb3919319" providerId="LiveId" clId="{DEA589F7-6ED8-4D76-BE33-5B514CDF85C6}" dt="2026-10-29T04:02:03.494" v="146" actId="403"/>
          <ac:spMkLst>
            <pc:docMk/>
            <pc:sldMk cId="0" sldId="265"/>
            <ac:spMk id="23" creationId="{00000000-0000-0000-0000-00000000000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E412A3D-6CB5-4E11-92D2-2D2E1A77F183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F63F60C-3C8F-4C35-B692-524259F3D55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28117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BF84AE20-9EAE-4BB7-93AC-7EFA05BCA1CF}" type="slidenum">
              <a:rPr lang="en-IN" smtClean="0"/>
              <a:t>1</a:t>
            </a:fld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22747347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F13727-4FB4-CB4D-D239-C81DA53344B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0878FD7-B704-F91A-3E12-EBED7CA807F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3A9F32-60A9-730B-1E86-EE626E75A0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38E407F-625B-D1EA-A721-CE7D706A04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E1C0D0D-5F54-AF98-6B7F-DFC757E7FD9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12654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F2BF4A2-6794-845A-A287-38A2CB2D918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3BF2D39-3DF1-ED17-0084-7B7426E343F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1863B03-E14C-024B-81CD-3B85D29B99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2D4D2A7-2382-5FF5-241E-15546F0463F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A593785-542C-A817-1760-225BADDC1C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310804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AB4A76-DD3E-28FD-68BC-7E79E41AB0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AF5DB7E-F3DA-846A-CA1D-CDC0CCB6D6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BE43AC8-1AED-DF1A-0B94-7FE0CC0EF5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8A3262-E308-B2A8-E97D-88B16F006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A4F1C0-C566-C99A-2EC2-92E0301EC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5853805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8190DA-C50C-B0F5-3C71-BD6E7DE5F1C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1B734B-B8C6-17D0-C8A0-8D5B60F7D07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642072E-3454-594A-1A9F-29B03F81550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2C65E82-50C7-361A-4892-FF3812F8A4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AF07A8E-98C2-8B88-6507-69D69EEBC4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C758CC-BF97-6949-9D3D-5BDF8524F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530047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B60B0D-CE31-3588-FA2A-50AB607DCD9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19E420E-B10A-3350-0C8A-594399980EB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1A24493-0649-1BE8-0382-9D37D650CBF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85339DC-371B-21AC-8486-47437F0C6EC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A2B2C2DC-16F1-04E9-B8E1-8806839E6C1D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AF41C92-7DAF-BA6F-AA07-692D4690AEC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52168FD1-6D6C-0814-407F-1507719707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7349AF8-69D6-F325-762C-F45B9C619DF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479988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C299458-617A-A7EA-E66B-F1414369D37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9CBCF8C-4985-0EB8-22E6-C2132F45A11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F5A6BE4E-9EDC-36DC-F9B1-6873B08154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6C6E2D1-4767-BFDE-2489-9F350F9588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7391581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554C7684-510A-844A-8841-834F6CAFA93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C00AEC8-1670-F969-E0AE-2BC3ACEE9F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725C62B-FE72-23B2-5434-3D7A1B312A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285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EDBE7C-1F8F-6B5A-D890-6081F6B9E7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4D5F749-F670-8E42-F92B-F565774504F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E759CD2-CB00-A707-6C3B-F3331692D2C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E4E474A-6B7E-B0E3-AEA9-0D18F8C57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902FFC0-8299-5D4F-B3FA-E28A8F5347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F48FFB1-2E06-73EB-8D35-33621E27866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299543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F9C1386-3BE3-AE87-9C1C-82EB7C90455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61B85C4-D76A-DEFE-C69C-F4A8372C7EE4}"/>
              </a:ext>
            </a:extLst>
          </p:cNvPr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BA3E705-7935-C1FE-4B58-5DBAA6BC2A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4C103078-379C-206A-466A-5480A52E2F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44664A9-BB18-450A-DD92-DC18ACB6AB0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94937E4-82A9-39F7-8C5B-A22A9A4DE2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63557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1E73ED-B161-3E79-6134-D5EB8D88DF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072DAC3-F1C1-C02E-637E-C0AEEA41606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97C34C7-CFBD-3E19-4F92-281F1D8E209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9CD2EE4-128F-3069-6C34-0D2C718457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8D19A0-2265-6BB7-4A3B-20582362CC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345044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B350BEE-21F1-693B-0560-29DD64D4C298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1655E08-B14B-086B-A0A7-C0BEB6AF067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9FB4C26-F0A6-7B04-355A-0445234826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FC5CC37-DD4D-DBB8-AE01-A8452FEB7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CB2EC09-DAD3-19D4-1716-CF65FEA376E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08597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26BD23AE-1905-5500-6006-D60F2E4A12C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1EAB43C-AACD-6A4C-CE26-ADE75D6D439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4029FA-85F7-4C35-760F-EAA21BCDC8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5F58E3F-9B9E-4509-9D91-11765591C1BC}" type="datetimeFigureOut">
              <a:rPr lang="en-US" smtClean="0"/>
              <a:t>10/29/26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5B8C3E-090A-014C-1E8C-83C084F14EC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525BC-6D2C-28FE-BFC3-1FCBEE74C6B2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65C40F9-451E-44BF-950D-0AE81D5669E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49427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Box 15">
            <a:extLst>
              <a:ext uri="{FF2B5EF4-FFF2-40B4-BE49-F238E27FC236}">
                <a16:creationId xmlns:a16="http://schemas.microsoft.com/office/drawing/2014/main" id="{500C0830-A1CA-96AE-68D2-18C57ABE4802}"/>
              </a:ext>
            </a:extLst>
          </p:cNvPr>
          <p:cNvSpPr txBox="1"/>
          <p:nvPr/>
        </p:nvSpPr>
        <p:spPr>
          <a:xfrm>
            <a:off x="2995612" y="2868213"/>
            <a:ext cx="6200774" cy="492443"/>
          </a:xfrm>
          <a:prstGeom prst="rect">
            <a:avLst/>
          </a:prstGeom>
          <a:noFill/>
          <a:effectLst>
            <a:glow rad="139700">
              <a:schemeClr val="accent2">
                <a:satMod val="175000"/>
                <a:alpha val="40000"/>
              </a:schemeClr>
            </a:glow>
          </a:effectLst>
        </p:spPr>
        <p:txBody>
          <a:bodyPr wrap="square">
            <a:spAutoFit/>
          </a:bodyPr>
          <a:lstStyle/>
          <a:p>
            <a:pPr algn="ctr"/>
            <a:endParaRPr lang="en-IN" sz="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n-IN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26-10-2026 / 3:00</a:t>
            </a:r>
          </a:p>
        </p:txBody>
      </p:sp>
      <p:graphicFrame>
        <p:nvGraphicFramePr>
          <p:cNvPr id="18" name="Table 17">
            <a:extLst>
              <a:ext uri="{FF2B5EF4-FFF2-40B4-BE49-F238E27FC236}">
                <a16:creationId xmlns:a16="http://schemas.microsoft.com/office/drawing/2014/main" id="{BD22BC4D-4857-7D81-7819-37B7BB426420}"/>
              </a:ext>
            </a:extLst>
          </p:cNvPr>
          <p:cNvGraphicFramePr>
            <a:graphicFrameLocks noGrp="1"/>
          </p:cNvGraphicFramePr>
          <p:nvPr/>
        </p:nvGraphicFramePr>
        <p:xfrm>
          <a:off x="7924798" y="4538579"/>
          <a:ext cx="4114799" cy="335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114799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</a:tblGrid>
              <a:tr h="280931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Team Members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21" name="Group 20">
            <a:extLst>
              <a:ext uri="{FF2B5EF4-FFF2-40B4-BE49-F238E27FC236}">
                <a16:creationId xmlns:a16="http://schemas.microsoft.com/office/drawing/2014/main" id="{B5A8CA37-C090-A9D8-75D0-A7A7D5DEBE24}"/>
              </a:ext>
            </a:extLst>
          </p:cNvPr>
          <p:cNvGrpSpPr/>
          <p:nvPr/>
        </p:nvGrpSpPr>
        <p:grpSpPr>
          <a:xfrm>
            <a:off x="7776982" y="4342216"/>
            <a:ext cx="230240" cy="232995"/>
            <a:chOff x="1567861" y="1613059"/>
            <a:chExt cx="230240" cy="232995"/>
          </a:xfrm>
          <a:solidFill>
            <a:srgbClr val="FF66FF"/>
          </a:solidFill>
        </p:grpSpPr>
        <p:sp>
          <p:nvSpPr>
            <p:cNvPr id="22" name="Isosceles Triangle 21">
              <a:extLst>
                <a:ext uri="{FF2B5EF4-FFF2-40B4-BE49-F238E27FC236}">
                  <a16:creationId xmlns:a16="http://schemas.microsoft.com/office/drawing/2014/main" id="{E48399A6-AAB5-B502-9670-34E0FCDF5541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23" name="Isosceles Triangle 22">
              <a:extLst>
                <a:ext uri="{FF2B5EF4-FFF2-40B4-BE49-F238E27FC236}">
                  <a16:creationId xmlns:a16="http://schemas.microsoft.com/office/drawing/2014/main" id="{67E59050-351C-0873-0298-AB77EA522C22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graphicFrame>
        <p:nvGraphicFramePr>
          <p:cNvPr id="30" name="Table 29">
            <a:extLst>
              <a:ext uri="{FF2B5EF4-FFF2-40B4-BE49-F238E27FC236}">
                <a16:creationId xmlns:a16="http://schemas.microsoft.com/office/drawing/2014/main" id="{9091FADF-77DB-CB1D-CD72-56C53CF76308}"/>
              </a:ext>
            </a:extLst>
          </p:cNvPr>
          <p:cNvGraphicFramePr>
            <a:graphicFrameLocks noGrp="1"/>
          </p:cNvGraphicFramePr>
          <p:nvPr/>
        </p:nvGraphicFramePr>
        <p:xfrm>
          <a:off x="-795813" y="4774125"/>
          <a:ext cx="5902325" cy="136652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73565">
                  <a:extLst>
                    <a:ext uri="{9D8B030D-6E8A-4147-A177-3AD203B41FA5}">
                      <a16:colId xmlns:a16="http://schemas.microsoft.com/office/drawing/2014/main" val="40058472"/>
                    </a:ext>
                  </a:extLst>
                </a:gridCol>
                <a:gridCol w="4528760">
                  <a:extLst>
                    <a:ext uri="{9D8B030D-6E8A-4147-A177-3AD203B41FA5}">
                      <a16:colId xmlns:a16="http://schemas.microsoft.com/office/drawing/2014/main" val="1330242319"/>
                    </a:ext>
                  </a:extLst>
                </a:gridCol>
              </a:tblGrid>
              <a:tr h="1332118">
                <a:tc>
                  <a:txBody>
                    <a:bodyPr/>
                    <a:lstStyle/>
                    <a:p>
                      <a:endParaRPr lang="en-IN" dirty="0"/>
                    </a:p>
                  </a:txBody>
                  <a:tcPr>
                    <a:lnL w="12700" cmpd="sng">
                      <a:noFill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tc>
                  <a:txBody>
                    <a:bodyPr/>
                    <a:lstStyle/>
                    <a:p>
                      <a:endParaRPr lang="en-IN" sz="500" b="1" dirty="0">
                        <a:solidFill>
                          <a:srgbClr val="C00000"/>
                        </a:solidFill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  <a:p>
                      <a:r>
                        <a:rPr lang="en-IN" sz="1600" b="1" dirty="0">
                          <a:solidFill>
                            <a:srgbClr val="C00000"/>
                          </a:solidFill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Under the Guidance of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Dr. Neelima Gogineni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Professor,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b="1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Department of </a:t>
                      </a:r>
                      <a:r>
                        <a:rPr lang="en-US" sz="1400" b="1" dirty="0">
                          <a:solidFill>
                            <a:prstClr val="black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Computer Science and Engineering, </a:t>
                      </a:r>
                    </a:p>
                    <a:p>
                      <a:pPr marL="0" indent="0" algn="l">
                        <a:lnSpc>
                          <a:spcPct val="100000"/>
                        </a:lnSpc>
                        <a:spcBef>
                          <a:spcPts val="200"/>
                        </a:spcBef>
                        <a:buSzPts val="810"/>
                        <a:buNone/>
                      </a:pPr>
                      <a:r>
                        <a:rPr lang="en-US" sz="1400" dirty="0">
                          <a:solidFill>
                            <a:schemeClr val="dk1"/>
                          </a:solidFill>
                          <a:latin typeface="Times New Roman" panose="02020603050405020304" pitchFamily="18" charset="0"/>
                          <a:ea typeface="Cambria"/>
                          <a:cs typeface="Times New Roman" panose="02020603050405020304" pitchFamily="18" charset="0"/>
                          <a:sym typeface="Cambria"/>
                        </a:rPr>
                        <a:t>KLH CSE Bowrampet Campus</a:t>
                      </a:r>
                      <a:endParaRPr lang="en-US" sz="1400" dirty="0">
                        <a:solidFill>
                          <a:schemeClr val="dk1"/>
                        </a:solidFill>
                        <a:latin typeface="Times New Roman" panose="02020603050405020304" pitchFamily="18" charset="0"/>
                        <a:ea typeface="Cambria"/>
                        <a:cs typeface="Times New Roman" panose="02020603050405020304" pitchFamily="18" charset="0"/>
                        <a:sym typeface="Arial"/>
                      </a:endParaRP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mpd="sng">
                      <a:noFill/>
                    </a:lnR>
                    <a:lnT w="12700" cmpd="sng">
                      <a:noFill/>
                    </a:lnT>
                    <a:lnB w="12700" cmpd="sng">
                      <a:noFill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108782725"/>
                  </a:ext>
                </a:extLst>
              </a:tr>
            </a:tbl>
          </a:graphicData>
        </a:graphic>
      </p:graphicFrame>
      <p:grpSp>
        <p:nvGrpSpPr>
          <p:cNvPr id="31" name="Group 30">
            <a:extLst>
              <a:ext uri="{FF2B5EF4-FFF2-40B4-BE49-F238E27FC236}">
                <a16:creationId xmlns:a16="http://schemas.microsoft.com/office/drawing/2014/main" id="{8A67E7A6-1F33-FBD3-09B8-F35F17C8F890}"/>
              </a:ext>
            </a:extLst>
          </p:cNvPr>
          <p:cNvGrpSpPr/>
          <p:nvPr/>
        </p:nvGrpSpPr>
        <p:grpSpPr>
          <a:xfrm>
            <a:off x="442519" y="4562547"/>
            <a:ext cx="230240" cy="232995"/>
            <a:chOff x="1567861" y="1613059"/>
            <a:chExt cx="230240" cy="232995"/>
          </a:xfrm>
          <a:solidFill>
            <a:srgbClr val="00B0F0"/>
          </a:solidFill>
        </p:grpSpPr>
        <p:sp>
          <p:nvSpPr>
            <p:cNvPr id="32" name="Isosceles Triangle 31">
              <a:extLst>
                <a:ext uri="{FF2B5EF4-FFF2-40B4-BE49-F238E27FC236}">
                  <a16:creationId xmlns:a16="http://schemas.microsoft.com/office/drawing/2014/main" id="{FE269535-B3A3-75F2-310C-D43D8AC3F905}"/>
                </a:ext>
              </a:extLst>
            </p:cNvPr>
            <p:cNvSpPr/>
            <p:nvPr/>
          </p:nvSpPr>
          <p:spPr>
            <a:xfrm rot="8294948">
              <a:off x="1567861" y="1613059"/>
              <a:ext cx="160845" cy="232995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>
                <a:highlight>
                  <a:srgbClr val="FFFF00"/>
                </a:highlight>
              </a:endParaRPr>
            </a:p>
          </p:txBody>
        </p:sp>
        <p:sp>
          <p:nvSpPr>
            <p:cNvPr id="33" name="Isosceles Triangle 32">
              <a:extLst>
                <a:ext uri="{FF2B5EF4-FFF2-40B4-BE49-F238E27FC236}">
                  <a16:creationId xmlns:a16="http://schemas.microsoft.com/office/drawing/2014/main" id="{FA8E9237-F9D3-FB94-D6EB-94D77AEFD506}"/>
                </a:ext>
              </a:extLst>
            </p:cNvPr>
            <p:cNvSpPr/>
            <p:nvPr/>
          </p:nvSpPr>
          <p:spPr>
            <a:xfrm rot="11852143">
              <a:off x="1683856" y="1639371"/>
              <a:ext cx="114245" cy="153379"/>
            </a:xfrm>
            <a:prstGeom prst="triangle">
              <a:avLst/>
            </a:prstGeom>
            <a:grp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 dirty="0"/>
            </a:p>
          </p:txBody>
        </p:sp>
      </p:grpSp>
      <p:sp>
        <p:nvSpPr>
          <p:cNvPr id="36" name="Slide Number Placeholder 35">
            <a:extLst>
              <a:ext uri="{FF2B5EF4-FFF2-40B4-BE49-F238E27FC236}">
                <a16:creationId xmlns:a16="http://schemas.microsoft.com/office/drawing/2014/main" id="{28F834F9-83AA-E3F9-773A-4B7A83B345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1AD1135-6E10-4422-AC8B-257B84239C9C}" type="slidenum">
              <a:rPr lang="en-IN" smtClean="0"/>
              <a:t>1</a:t>
            </a:fld>
            <a:endParaRPr lang="en-IN" dirty="0"/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4EE5F681-D3B5-BC4B-8AA4-5688DCEEFB44}"/>
              </a:ext>
            </a:extLst>
          </p:cNvPr>
          <p:cNvSpPr/>
          <p:nvPr/>
        </p:nvSpPr>
        <p:spPr>
          <a:xfrm>
            <a:off x="638175" y="769267"/>
            <a:ext cx="10915650" cy="985640"/>
          </a:xfrm>
          <a:prstGeom prst="roundRect">
            <a:avLst/>
          </a:prstGeom>
          <a:solidFill>
            <a:srgbClr val="0070C0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400" b="1" i="0" u="none" strike="noStrike" kern="1200" cap="none" spc="0" normalizeH="0" baseline="0" noProof="0" dirty="0">
              <a:ln>
                <a:noFill/>
              </a:ln>
              <a:solidFill>
                <a:srgbClr val="C00000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8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A4782FAE-AFAF-27B2-2591-CFAF7695BD0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DD4CF64F-3FB6-0CE4-B778-63C5D5A1D343}"/>
              </a:ext>
            </a:extLst>
          </p:cNvPr>
          <p:cNvSpPr txBox="1"/>
          <p:nvPr/>
        </p:nvSpPr>
        <p:spPr>
          <a:xfrm>
            <a:off x="441989" y="909557"/>
            <a:ext cx="11308019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US" sz="3200" b="1" dirty="0">
                <a:solidFill>
                  <a:schemeClr val="bg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AI-Powered Student Project Tracking &amp; Management System</a:t>
            </a:r>
            <a:endParaRPr kumimoji="0" lang="en-US" sz="3200" b="1" i="0" u="none" strike="noStrike" kern="1200" cap="none" spc="0" normalizeH="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D25BC1A0-FDE4-1557-375E-6E0BD69BC77B}"/>
              </a:ext>
            </a:extLst>
          </p:cNvPr>
          <p:cNvSpPr txBox="1"/>
          <p:nvPr/>
        </p:nvSpPr>
        <p:spPr>
          <a:xfrm>
            <a:off x="738187" y="2246806"/>
            <a:ext cx="1071562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lvl="0" algn="ctr">
              <a:defRPr/>
            </a:pPr>
            <a:r>
              <a:rPr lang="en-IN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SOA Project Review-4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B293678-AF99-3D16-EFA4-B4E9601F9D11}"/>
              </a:ext>
            </a:extLst>
          </p:cNvPr>
          <p:cNvGraphicFramePr>
            <a:graphicFrameLocks noGrp="1"/>
          </p:cNvGraphicFramePr>
          <p:nvPr/>
        </p:nvGraphicFramePr>
        <p:xfrm>
          <a:off x="7924799" y="4901848"/>
          <a:ext cx="4114802" cy="1463040"/>
        </p:xfrm>
        <a:graphic>
          <a:graphicData uri="http://schemas.openxmlformats.org/drawingml/2006/table">
            <a:tbl>
              <a:tblPr firstRow="1" bandRow="1">
                <a:tableStyleId>{793D81CF-94F2-401A-BA57-92F5A7B2D0C5}</a:tableStyleId>
              </a:tblPr>
              <a:tblGrid>
                <a:gridCol w="2057401">
                  <a:extLst>
                    <a:ext uri="{9D8B030D-6E8A-4147-A177-3AD203B41FA5}">
                      <a16:colId xmlns:a16="http://schemas.microsoft.com/office/drawing/2014/main" val="1282102583"/>
                    </a:ext>
                  </a:extLst>
                </a:gridCol>
                <a:gridCol w="2057401">
                  <a:extLst>
                    <a:ext uri="{9D8B030D-6E8A-4147-A177-3AD203B41FA5}">
                      <a16:colId xmlns:a16="http://schemas.microsoft.com/office/drawing/2014/main" val="123006612"/>
                    </a:ext>
                  </a:extLst>
                </a:gridCol>
              </a:tblGrid>
              <a:tr h="315720"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Roll Number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56362692"/>
                  </a:ext>
                </a:extLst>
              </a:tr>
              <a:tr h="315720">
                <a:tc>
                  <a:txBody>
                    <a:bodyPr/>
                    <a:lstStyle/>
                    <a:p>
                      <a:r>
                        <a:rPr lang="en-US" dirty="0"/>
                        <a:t>Kommineni Rahul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2420030011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64970794"/>
                  </a:ext>
                </a:extLst>
              </a:tr>
              <a:tr h="315720">
                <a:tc>
                  <a:txBody>
                    <a:bodyPr/>
                    <a:lstStyle/>
                    <a:p>
                      <a:r>
                        <a:rPr lang="en-US" dirty="0"/>
                        <a:t>Pathi Sharmila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2420030042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69090504"/>
                  </a:ext>
                </a:extLst>
              </a:tr>
              <a:tr h="315720">
                <a:tc>
                  <a:txBody>
                    <a:bodyPr/>
                    <a:lstStyle/>
                    <a:p>
                      <a:r>
                        <a:rPr lang="en-US" dirty="0"/>
                        <a:t>Ivaturi Vennela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2420030185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793007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4760260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423528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Accuracy of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693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Assess whether </a:t>
            </a:r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system</a:t>
            </a: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outputs are correct and useful</a:t>
            </a:r>
            <a:r>
              <a:rPr lang="en-US"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not only whether the interface works.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9344"/>
            <a:ext cx="658368" cy="45720"/>
          </a:xfrm>
          <a:prstGeom prst="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685800" y="1920240"/>
            <a:ext cx="35204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832104" y="2084832"/>
            <a:ext cx="73152" cy="1773936"/>
          </a:xfrm>
          <a:prstGeom prst="round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950976" y="2084832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Task &amp; Deadline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33271" y="2752344"/>
            <a:ext cx="301752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600" b="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task status, due-date calculations, overdue labels, and milestone completion.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43400" y="1920240"/>
            <a:ext cx="35204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489704" y="2084832"/>
            <a:ext cx="73152" cy="1773936"/>
          </a:xfrm>
          <a:prstGeom prst="roundRect">
            <a:avLst/>
          </a:prstGeom>
          <a:solidFill>
            <a:srgbClr val="DB716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4709160" y="2087354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Detection Quality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90872" y="2752344"/>
            <a:ext cx="301752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600" b="0" dirty="0">
                <a:solidFill>
                  <a:schemeClr val="accent2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Compare risk flags with defined rules or mentor-verified cases; track false and missed alerts.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20240"/>
            <a:ext cx="352044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47304" y="2084832"/>
            <a:ext cx="73152" cy="1773936"/>
          </a:xfrm>
          <a:prstGeom prst="roundRect">
            <a:avLst/>
          </a:prstGeom>
          <a:solidFill>
            <a:srgbClr val="8F7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" name="TextBox 19"/>
          <p:cNvSpPr txBox="1"/>
          <p:nvPr/>
        </p:nvSpPr>
        <p:spPr>
          <a:xfrm>
            <a:off x="8275320" y="2084832"/>
            <a:ext cx="301752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Recommendation Relevance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752344"/>
            <a:ext cx="301752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600" b="0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Ask student/mentor testers whether suggested next actions are relevant and feasible.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480560"/>
            <a:ext cx="105156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Evidence to collect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77240" y="4846320"/>
            <a:ext cx="10607040" cy="64633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Test cases with expected outputs • precision/recall where labeled risk examples exist • reviewer ratings • documented errors and fixes.</a:t>
            </a:r>
          </a:p>
        </p:txBody>
      </p:sp>
      <p:pic>
        <p:nvPicPr>
          <p:cNvPr id="26" name="Picture 25">
            <a:extLst>
              <a:ext uri="{FF2B5EF4-FFF2-40B4-BE49-F238E27FC236}">
                <a16:creationId xmlns:a16="http://schemas.microsoft.com/office/drawing/2014/main" id="{1FED9AD7-09E3-8FC8-A156-F77852E67A3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8900" y="1333"/>
            <a:ext cx="1943100" cy="61912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Competence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stack supports responsive academic workflows, modular APIs, and live updates.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9344"/>
            <a:ext cx="658368" cy="45720"/>
          </a:xfrm>
          <a:prstGeom prst="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20116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978408" y="2267712"/>
            <a:ext cx="29718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00206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FRONTEND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78408" y="2697480"/>
            <a:ext cx="2971800" cy="78483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5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React 19 • TypeScript • Vite
Tailwind CSS • </a:t>
            </a:r>
            <a:r>
              <a:rPr sz="1500" b="1" dirty="0" err="1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Lucide</a:t>
            </a:r>
            <a:r>
              <a:rPr sz="15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Icons
DnD Kanban task boards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572000" y="20116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4773168" y="2267712"/>
            <a:ext cx="29718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BACKEND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773168" y="2697480"/>
            <a:ext cx="2971800" cy="78483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5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Node.js • Express.js • TypeScript
REST Microservices
SSE Event Bus for live updates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366760" y="2011680"/>
            <a:ext cx="3429000" cy="201168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8567928" y="2267712"/>
            <a:ext cx="29718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DATABASE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567928" y="2697480"/>
            <a:ext cx="2971800" cy="78483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500" b="1" dirty="0" err="1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TiDB</a:t>
            </a:r>
            <a:r>
              <a:rPr sz="15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MySQL relational cloud DB
Users, projects, tasks, sprints,
submissions, milestones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960" y="4480560"/>
            <a:ext cx="10698480" cy="369332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Technical practices to demonstrate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010129"/>
            <a:ext cx="1069848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Role-based access control • API validation and error handling • secure secret management • database constraints/indexes • service tests • SSE reconnection handling • audit logs.</a:t>
            </a: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D9E118BA-4B94-2D29-29B1-94FEB549581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Innovative &amp; Sustainable Features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Emphasize practical innovation and maintainable development, not a claim of a new AI algorithm.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9344"/>
            <a:ext cx="658368" cy="45720"/>
          </a:xfrm>
          <a:prstGeom prst="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23544" y="2130552"/>
            <a:ext cx="73152" cy="1956816"/>
          </a:xfrm>
          <a:prstGeom prst="roundRect">
            <a:avLst/>
          </a:prstGeom>
          <a:solidFill>
            <a:srgbClr val="8F7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" y="2121408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F73C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377440"/>
            <a:ext cx="2971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Agentic AI Assistance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798064"/>
            <a:ext cx="2971800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Analyze project context to support risk identification, task prioritization, and next-action suggestions.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35424" y="2130552"/>
            <a:ext cx="73152" cy="1956816"/>
          </a:xfrm>
          <a:prstGeom prst="round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36592" y="2121408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239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377440"/>
            <a:ext cx="2971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Integrated Academic Workflow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798064"/>
            <a:ext cx="2971800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Connect sprint tracking, mentor review, submissions, and AI risk insights in one workspace.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65960"/>
            <a:ext cx="3474720" cy="228600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47304" y="2130552"/>
            <a:ext cx="73152" cy="1956816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48472" y="2121408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377440"/>
            <a:ext cx="2971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Modular &amp; Maintainable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798064"/>
            <a:ext cx="2971800" cy="73866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Independent services allow notifications, reporting, or AI logic to evolve separately.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709160"/>
            <a:ext cx="1060704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Sustainable design choices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135263"/>
            <a:ext cx="1060704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Reuse open-source frameworks, keep services focused, avoid unnecessary processing, and invoke AI only when useful. Validate these goals during implementation.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A6406D5B-16ED-2D94-E118-7A2D7013C6B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Utility to Society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Supports academic collaboration, earlier intervention, and transparent project delivery.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9344"/>
            <a:ext cx="658368" cy="45720"/>
          </a:xfrm>
          <a:prstGeom prst="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23544" y="2130552"/>
            <a:ext cx="73152" cy="1773936"/>
          </a:xfrm>
          <a:prstGeom prst="round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" y="2121408"/>
            <a:ext cx="1313688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rgbClr val="239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STUDENT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475124"/>
            <a:ext cx="2971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Clearer Priorities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849023"/>
            <a:ext cx="297180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tasks, deadlines, sprint progress, submissions, and suggested next actions.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98264" y="196596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35424" y="2130552"/>
            <a:ext cx="73152" cy="1773936"/>
          </a:xfrm>
          <a:prstGeom prst="roundRect">
            <a:avLst/>
          </a:prstGeom>
          <a:solidFill>
            <a:srgbClr val="E4B1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36592" y="2121408"/>
            <a:ext cx="1185744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rgbClr val="E4B14E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MENTOR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475124"/>
            <a:ext cx="2971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Earlier Intervention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36592" y="2849023"/>
            <a:ext cx="297180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>
                <a:solidFill>
                  <a:schemeClr val="accent2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deliverables and identify delayed or at-risk work before due dates.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65960"/>
            <a:ext cx="3474720" cy="210312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47304" y="2130552"/>
            <a:ext cx="73152" cy="1773936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48471" y="2121408"/>
            <a:ext cx="1036451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475124"/>
            <a:ext cx="2971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Cohort Visibility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48472" y="2849023"/>
            <a:ext cx="297180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View project health, access, delivery summaries, and risk trends across projects.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572000"/>
            <a:ext cx="10515600" cy="707886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Expected benefit: </a:t>
            </a: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better visibility, timely communication, and organized academic project management. AI alerts support—not replace</a:t>
            </a:r>
            <a:r>
              <a:rPr lang="en-US"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20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student and mentor judgment.</a:t>
            </a: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6BCD661A-3340-B381-43E7-FA56FE14F9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of Developed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Frame the contribution as workflow integration rather than invention of a new AI model.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9344"/>
            <a:ext cx="658368" cy="45720"/>
          </a:xfrm>
          <a:prstGeom prst="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22960" y="1874519"/>
            <a:ext cx="105156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rgbClr val="239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Project-specific combination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22960" y="2423160"/>
            <a:ext cx="31089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chemeClr val="accent1">
                <a:lumMod val="60000"/>
                <a:lumOff val="40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960120" y="2633472"/>
            <a:ext cx="283464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 dirty="0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Academic Governance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3017520"/>
            <a:ext cx="283464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 dirty="0">
                <a:solidFill>
                  <a:srgbClr val="5D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Admin • Mentor • Student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572000" y="2423160"/>
            <a:ext cx="31089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chemeClr val="accent6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4709160" y="2633472"/>
            <a:ext cx="283464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239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Live Project Tracking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3017520"/>
            <a:ext cx="283464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5D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Sprints • Tasks • Submissions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321040" y="2423160"/>
            <a:ext cx="3108960" cy="1188720"/>
          </a:xfrm>
          <a:prstGeom prst="roundRect">
            <a:avLst/>
          </a:prstGeom>
          <a:solidFill>
            <a:srgbClr val="FFFFFF"/>
          </a:solidFill>
          <a:ln w="28575">
            <a:solidFill>
              <a:schemeClr val="accent5">
                <a:lumMod val="75000"/>
              </a:schemeClr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8458200" y="2633472"/>
            <a:ext cx="2834640" cy="32316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500" b="1">
                <a:solidFill>
                  <a:srgbClr val="8F73C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Decision Support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58200" y="3017520"/>
            <a:ext cx="283464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ctr"/>
            <a:r>
              <a:rPr sz="1400" b="0">
                <a:solidFill>
                  <a:srgbClr val="5D7777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Risk radar • Priorities • Next action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4160520"/>
            <a:ext cx="105156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Novelty claim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2960" y="4586049"/>
            <a:ext cx="10607040" cy="92333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unified student-focused workflow links academic governance and deliverable evaluation with AI-supported risk analysis and microservices-based tracking. Support distinctiveness by comparing the design with selected literature and existing tools.</a:t>
            </a:r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id="{5D750F96-D6FA-DD43-92EA-E079E2FD406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Adaptability of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how the system can fit different courses, teams, and project workflows.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9344"/>
            <a:ext cx="658368" cy="45720"/>
          </a:xfrm>
          <a:prstGeom prst="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822960" y="1874519"/>
            <a:ext cx="10515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024128" y="2011679"/>
            <a:ext cx="2743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 dirty="0">
                <a:solidFill>
                  <a:srgbClr val="239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Configurable project structures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840480" y="2011679"/>
            <a:ext cx="722376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Vary milestones, epics, stories, sprint lengths, and deliverable types.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22960" y="2788920"/>
            <a:ext cx="10515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1024128" y="2926079"/>
            <a:ext cx="2743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Role-aware workflows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840480" y="2926079"/>
            <a:ext cx="722376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Configure Admin, Mentor, and Student permissions without duplicating the application.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822960" y="3703320"/>
            <a:ext cx="10515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024128" y="3840480"/>
            <a:ext cx="2743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239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Adjustable AI behavior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840480" y="3822191"/>
            <a:ext cx="722376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Refine risk thresholds, recommendation prompts, and alert rules using feedback.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22960" y="4617720"/>
            <a:ext cx="10515600" cy="73152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1024128" y="4754880"/>
            <a:ext cx="27432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1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Service-level extensibility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840480" y="4736592"/>
            <a:ext cx="722376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Add calendar integrations or reports through APIs as future modules.</a:t>
            </a:r>
          </a:p>
        </p:txBody>
      </p:sp>
      <p:pic>
        <p:nvPicPr>
          <p:cNvPr id="21" name="Picture 20">
            <a:extLst>
              <a:ext uri="{FF2B5EF4-FFF2-40B4-BE49-F238E27FC236}">
                <a16:creationId xmlns:a16="http://schemas.microsoft.com/office/drawing/2014/main" id="{18535AE0-368E-6515-18D9-695C254F9A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Methodology Evaluation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repeatable tests and measurable evidence to show that the system works as intended.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9344"/>
            <a:ext cx="658368" cy="45720"/>
          </a:xfrm>
          <a:prstGeom prst="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22860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rgbClr val="239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Functional tests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3200400" y="1828800"/>
            <a:ext cx="80010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Login/RBAC, project creation, task updates, Kanban movement, submissions, mentor review.</a:t>
            </a:r>
          </a:p>
        </p:txBody>
      </p:sp>
      <p:sp>
        <p:nvSpPr>
          <p:cNvPr id="9" name="Rectangle 8"/>
          <p:cNvSpPr/>
          <p:nvPr/>
        </p:nvSpPr>
        <p:spPr>
          <a:xfrm>
            <a:off x="868680" y="2386584"/>
            <a:ext cx="10332720" cy="10972"/>
          </a:xfrm>
          <a:prstGeom prst="rect">
            <a:avLst/>
          </a:prstGeom>
          <a:solidFill>
            <a:srgbClr val="D8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8680" y="2578608"/>
            <a:ext cx="22860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AI quality tests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200400" y="2578608"/>
            <a:ext cx="80010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Known overdue/at-risk scenarios; inspect risk flags, priority order, and recommendation usefulness.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868680" y="3136391"/>
            <a:ext cx="10332720" cy="10972"/>
          </a:xfrm>
          <a:prstGeom prst="rect">
            <a:avLst/>
          </a:prstGeom>
          <a:solidFill>
            <a:srgbClr val="D8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68680" y="3328415"/>
            <a:ext cx="22860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239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Integration tests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00400" y="3328415"/>
            <a:ext cx="80010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REST calls, database updates, error responses, and SSE event delivery across services.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68680" y="3886200"/>
            <a:ext cx="10332720" cy="10972"/>
          </a:xfrm>
          <a:prstGeom prst="rect">
            <a:avLst/>
          </a:prstGeom>
          <a:solidFill>
            <a:srgbClr val="D8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868680" y="4078224"/>
            <a:ext cx="228600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Performance &amp; reliability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200400" y="4078224"/>
            <a:ext cx="80010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Measure response times, test concurrent users, simulate API failures, and check recovery.</a:t>
            </a:r>
          </a:p>
        </p:txBody>
      </p:sp>
      <p:sp>
        <p:nvSpPr>
          <p:cNvPr id="18" name="Rectangle 17"/>
          <p:cNvSpPr/>
          <p:nvPr/>
        </p:nvSpPr>
        <p:spPr>
          <a:xfrm>
            <a:off x="868680" y="4636008"/>
            <a:ext cx="10332720" cy="10972"/>
          </a:xfrm>
          <a:prstGeom prst="rect">
            <a:avLst/>
          </a:prstGeom>
          <a:solidFill>
            <a:srgbClr val="D8E7E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68680" y="4828031"/>
            <a:ext cx="22860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>
                <a:solidFill>
                  <a:srgbClr val="239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User evaluation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200400" y="4828031"/>
            <a:ext cx="80010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>
                <a:latin typeface="Times New Roman" panose="02020603050405020304" pitchFamily="18" charset="0"/>
                <a:cs typeface="Times New Roman" panose="02020603050405020304" pitchFamily="18" charset="0"/>
              </a:rPr>
              <a:t>Collect student/mentor feedback on clarity, usefulness, and ease of use.</a:t>
            </a:r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FD5482AB-4D0E-B3E4-6B30-C583B160BBC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94360" y="576072"/>
            <a:ext cx="10972800" cy="50292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7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Dissemination &amp; Accessibility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21792" y="1115568"/>
            <a:ext cx="10972800" cy="30777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4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Make the system usable and demonstrable to students, mentors, evaluators, and future developers.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21792" y="1609344"/>
            <a:ext cx="658368" cy="45720"/>
          </a:xfrm>
          <a:prstGeom prst="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Rounded Rectangle 6"/>
          <p:cNvSpPr/>
          <p:nvPr/>
        </p:nvSpPr>
        <p:spPr>
          <a:xfrm>
            <a:off x="777240" y="196596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ounded Rectangle 7"/>
          <p:cNvSpPr/>
          <p:nvPr/>
        </p:nvSpPr>
        <p:spPr>
          <a:xfrm>
            <a:off x="923544" y="2130552"/>
            <a:ext cx="73152" cy="1819656"/>
          </a:xfrm>
          <a:prstGeom prst="roundRect">
            <a:avLst/>
          </a:prstGeom>
          <a:solidFill>
            <a:srgbClr val="23978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124712" y="2121408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23978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24712" y="2377440"/>
            <a:ext cx="2971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chemeClr val="accent6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Role-Specific Dashboards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48544" y="2798064"/>
            <a:ext cx="297180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Show relevant tasks, submissions, project status, and AI alerts to each user role.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96596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Rounded Rectangle 12"/>
          <p:cNvSpPr/>
          <p:nvPr/>
        </p:nvSpPr>
        <p:spPr>
          <a:xfrm>
            <a:off x="4535424" y="2130552"/>
            <a:ext cx="73152" cy="1819656"/>
          </a:xfrm>
          <a:prstGeom prst="roundRect">
            <a:avLst/>
          </a:prstGeom>
          <a:solidFill>
            <a:srgbClr val="5B9BD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4736592" y="2121408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5B9BD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02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736592" y="2377440"/>
            <a:ext cx="2971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chemeClr val="tx2">
                    <a:lumMod val="75000"/>
                    <a:lumOff val="2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Clear Reports &amp; Guidance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760424" y="2798064"/>
            <a:ext cx="297180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600" b="0">
                <a:latin typeface="Times New Roman" panose="02020603050405020304" pitchFamily="18" charset="0"/>
                <a:cs typeface="Times New Roman" panose="02020603050405020304" pitchFamily="18" charset="0"/>
              </a:rPr>
              <a:t>Provide readable delivery reports, milestone summaries, risk explanations, and actions.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8001000" y="1965960"/>
            <a:ext cx="3474720" cy="2148840"/>
          </a:xfrm>
          <a:prstGeom prst="roundRect">
            <a:avLst/>
          </a:prstGeom>
          <a:solidFill>
            <a:srgbClr val="FFFFFF"/>
          </a:solidFill>
          <a:ln>
            <a:solidFill>
              <a:srgbClr val="D8E7E3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" name="Rounded Rectangle 17"/>
          <p:cNvSpPr/>
          <p:nvPr/>
        </p:nvSpPr>
        <p:spPr>
          <a:xfrm>
            <a:off x="8147304" y="2130552"/>
            <a:ext cx="73152" cy="1819656"/>
          </a:xfrm>
          <a:prstGeom prst="roundRect">
            <a:avLst/>
          </a:prstGeom>
          <a:solidFill>
            <a:srgbClr val="8F73C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8348472" y="2121408"/>
            <a:ext cx="502920" cy="246221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000" b="1">
                <a:solidFill>
                  <a:srgbClr val="8F73C2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348472" y="2377440"/>
            <a:ext cx="2971800" cy="338554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1" dirty="0">
                <a:solidFill>
                  <a:schemeClr val="accent5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Accessible Web Interface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372304" y="2798064"/>
            <a:ext cx="2971800" cy="830997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just"/>
            <a:r>
              <a:rPr sz="1600" b="0">
                <a:latin typeface="Times New Roman" panose="02020603050405020304" pitchFamily="18" charset="0"/>
                <a:cs typeface="Times New Roman" panose="02020603050405020304" pitchFamily="18" charset="0"/>
              </a:rPr>
              <a:t>Use responsive layouts, clear labels, keyboard-friendly controls, good contrast, and clear errors.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22960" y="4617720"/>
            <a:ext cx="10515600" cy="400110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2000" b="1" dirty="0">
                <a:solidFill>
                  <a:srgbClr val="0F3038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Dissemination plan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22960" y="5040873"/>
            <a:ext cx="10607040" cy="584775"/>
          </a:xfrm>
          <a:prstGeom prst="rect">
            <a:avLst/>
          </a:prstGeom>
          <a:noFill/>
        </p:spPr>
        <p:txBody>
          <a:bodyPr wrap="square" lIns="45720" rIns="45720">
            <a:spAutoFit/>
          </a:bodyPr>
          <a:lstStyle/>
          <a:p>
            <a:pPr algn="l"/>
            <a:r>
              <a:rPr sz="1600" b="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Demonstrate an end-to-end project scenario; provide a user guide, architecture diagram, API documentation, test summary, and deployment instructions.</a:t>
            </a:r>
          </a:p>
        </p:txBody>
      </p:sp>
      <p:pic>
        <p:nvPicPr>
          <p:cNvPr id="25" name="Picture 24">
            <a:extLst>
              <a:ext uri="{FF2B5EF4-FFF2-40B4-BE49-F238E27FC236}">
                <a16:creationId xmlns:a16="http://schemas.microsoft.com/office/drawing/2014/main" id="{CE32303A-83E2-D177-3BBE-3E05B1CB7C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D006F6E-BE2E-F6C8-29BE-DCAD69E438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92C8C08-11CC-FD0B-D2AE-89A76B79DC7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249380" y="0"/>
            <a:ext cx="1942620" cy="622550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7FE96D6F-2509-6F0C-5FAC-4164D8DD793E}"/>
              </a:ext>
            </a:extLst>
          </p:cNvPr>
          <p:cNvSpPr txBox="1"/>
          <p:nvPr/>
        </p:nvSpPr>
        <p:spPr>
          <a:xfrm>
            <a:off x="3746090" y="2674374"/>
            <a:ext cx="517176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201012605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829</Words>
  <Application>Microsoft Office PowerPoint</Application>
  <PresentationFormat>Widescreen</PresentationFormat>
  <Paragraphs>114</Paragraphs>
  <Slides>10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Times New Roman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Sharmila Pathi</dc:creator>
  <cp:lastModifiedBy>Sharmila Pathi</cp:lastModifiedBy>
  <cp:revision>1</cp:revision>
  <dcterms:created xsi:type="dcterms:W3CDTF">2026-10-26T03:39:20Z</dcterms:created>
  <dcterms:modified xsi:type="dcterms:W3CDTF">2026-10-29T04:03:03Z</dcterms:modified>
</cp:coreProperties>
</file>